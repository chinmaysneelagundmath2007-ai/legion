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60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17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17.png"/><Relationship Id="rId10" Type="http://schemas.openxmlformats.org/officeDocument/2006/relationships/image" Target="../media/image43.png"/><Relationship Id="rId4" Type="http://schemas.openxmlformats.org/officeDocument/2006/relationships/image" Target="../media/image6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1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17.png"/><Relationship Id="rId10" Type="http://schemas.openxmlformats.org/officeDocument/2006/relationships/image" Target="../media/image63.png"/><Relationship Id="rId4" Type="http://schemas.openxmlformats.org/officeDocument/2006/relationships/image" Target="../media/image6.png"/><Relationship Id="rId9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16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17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16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17.png"/><Relationship Id="rId10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6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17.png"/><Relationship Id="rId10" Type="http://schemas.openxmlformats.org/officeDocument/2006/relationships/image" Target="../media/image89.png"/><Relationship Id="rId4" Type="http://schemas.openxmlformats.org/officeDocument/2006/relationships/image" Target="../media/image6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1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17.png"/><Relationship Id="rId10" Type="http://schemas.openxmlformats.org/officeDocument/2006/relationships/image" Target="../media/image95.png"/><Relationship Id="rId4" Type="http://schemas.openxmlformats.org/officeDocument/2006/relationships/image" Target="../media/image6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6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17.png"/><Relationship Id="rId10" Type="http://schemas.openxmlformats.org/officeDocument/2006/relationships/image" Target="../media/image104.png"/><Relationship Id="rId4" Type="http://schemas.openxmlformats.org/officeDocument/2006/relationships/image" Target="../media/image6.png"/><Relationship Id="rId9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" Type="http://schemas.openxmlformats.org/officeDocument/2006/relationships/image" Target="../media/image16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5" Type="http://schemas.openxmlformats.org/officeDocument/2006/relationships/image" Target="../media/image17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31" Type="http://schemas.openxmlformats.org/officeDocument/2006/relationships/image" Target="../media/image131.png"/><Relationship Id="rId4" Type="http://schemas.openxmlformats.org/officeDocument/2006/relationships/image" Target="../media/image6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8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6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2197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0"/>
            <a:ext cx="521970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48075" y="2247900"/>
            <a:ext cx="48958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LEGION</a:t>
            </a:r>
            <a:endParaRPr lang="en-US" sz="8500" dirty="0"/>
          </a:p>
        </p:txBody>
      </p:sp>
      <p:sp>
        <p:nvSpPr>
          <p:cNvPr id="8" name="Text 1"/>
          <p:cNvSpPr/>
          <p:nvPr/>
        </p:nvSpPr>
        <p:spPr>
          <a:xfrm>
            <a:off x="2652713" y="4152900"/>
            <a:ext cx="688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+ Workouts in One System</a:t>
            </a:r>
            <a:endParaRPr lang="en-US" sz="2200" dirty="0"/>
          </a:p>
        </p:txBody>
      </p:sp>
      <p:sp>
        <p:nvSpPr>
          <p:cNvPr id="9" name="Text 2"/>
          <p:cNvSpPr/>
          <p:nvPr/>
        </p:nvSpPr>
        <p:spPr>
          <a:xfrm rot="-5400000">
            <a:off x="266700" y="2509838"/>
            <a:ext cx="228600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 rot="5400000">
            <a:off x="11696700" y="2886075"/>
            <a:ext cx="2286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28725"/>
            <a:ext cx="1752600" cy="411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19475"/>
            <a:ext cx="1743075" cy="1924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550" y="1228725"/>
            <a:ext cx="1762125" cy="411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50" y="3419475"/>
            <a:ext cx="1752600" cy="1924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625" y="1228725"/>
            <a:ext cx="1762125" cy="411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3419475"/>
            <a:ext cx="1752600" cy="1924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700" y="1228725"/>
            <a:ext cx="1762125" cy="411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700" y="3419475"/>
            <a:ext cx="1752600" cy="1924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2775" y="1228725"/>
            <a:ext cx="1762125" cy="411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2775" y="3419475"/>
            <a:ext cx="1752600" cy="1924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0" y="1228725"/>
            <a:ext cx="1762125" cy="411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850" y="3419475"/>
            <a:ext cx="1752600" cy="1924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8925" y="3419475"/>
            <a:ext cx="1743075" cy="19240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0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0" dirty="0"/>
          </a:p>
        </p:txBody>
      </p:sp>
      <p:sp>
        <p:nvSpPr>
          <p:cNvPr id="18" name="Text 1"/>
          <p:cNvSpPr/>
          <p:nvPr/>
        </p:nvSpPr>
        <p:spPr>
          <a:xfrm>
            <a:off x="95250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Opportunity &amp; Problem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1743075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0" dirty="0"/>
          </a:p>
        </p:txBody>
      </p:sp>
      <p:sp>
        <p:nvSpPr>
          <p:cNvPr id="20" name="Text 3"/>
          <p:cNvSpPr/>
          <p:nvPr/>
        </p:nvSpPr>
        <p:spPr>
          <a:xfrm>
            <a:off x="1838325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 &amp; Product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3486150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0" dirty="0"/>
          </a:p>
        </p:txBody>
      </p:sp>
      <p:sp>
        <p:nvSpPr>
          <p:cNvPr id="22" name="Text 5"/>
          <p:cNvSpPr/>
          <p:nvPr/>
        </p:nvSpPr>
        <p:spPr>
          <a:xfrm>
            <a:off x="3581400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Module (Inputs → Outputs → Tracking)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229225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0" dirty="0"/>
          </a:p>
        </p:txBody>
      </p:sp>
      <p:sp>
        <p:nvSpPr>
          <p:cNvPr id="24" name="Text 7"/>
          <p:cNvSpPr/>
          <p:nvPr/>
        </p:nvSpPr>
        <p:spPr>
          <a:xfrm>
            <a:off x="5324475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Workouts Module (Inputs → Outputs → Muscle Targeting)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972300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0" dirty="0"/>
          </a:p>
        </p:txBody>
      </p:sp>
      <p:sp>
        <p:nvSpPr>
          <p:cNvPr id="26" name="Text 9"/>
          <p:cNvSpPr/>
          <p:nvPr/>
        </p:nvSpPr>
        <p:spPr>
          <a:xfrm>
            <a:off x="7067550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Differentiation &amp; Benefits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8715375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500" dirty="0"/>
          </a:p>
        </p:txBody>
      </p:sp>
      <p:sp>
        <p:nvSpPr>
          <p:cNvPr id="28" name="Text 11"/>
          <p:cNvSpPr/>
          <p:nvPr/>
        </p:nvSpPr>
        <p:spPr>
          <a:xfrm>
            <a:off x="8810625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Walkthrough Mockups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10458450" y="2857500"/>
            <a:ext cx="1733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500" dirty="0"/>
          </a:p>
        </p:txBody>
      </p:sp>
      <p:sp>
        <p:nvSpPr>
          <p:cNvPr id="30" name="Text 13"/>
          <p:cNvSpPr/>
          <p:nvPr/>
        </p:nvSpPr>
        <p:spPr>
          <a:xfrm>
            <a:off x="10553700" y="438150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&amp; Ask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476250" y="381000"/>
            <a:ext cx="331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666875"/>
            <a:ext cx="3390900" cy="2647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1666875"/>
            <a:ext cx="3390900" cy="26479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1666875"/>
            <a:ext cx="3390900" cy="26479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676775"/>
            <a:ext cx="10687050" cy="1200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1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5525" y="2057400"/>
            <a:ext cx="295275" cy="32385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525488" y="2638425"/>
            <a:ext cx="1838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 Tracking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1000125" y="3105150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Calories tracking</a:t>
            </a:r>
            <a:endParaRPr lang="en-US" sz="1000" dirty="0"/>
          </a:p>
        </p:txBody>
      </p:sp>
      <p:sp>
        <p:nvSpPr>
          <p:cNvPr id="13" name="Text 3"/>
          <p:cNvSpPr/>
          <p:nvPr/>
        </p:nvSpPr>
        <p:spPr>
          <a:xfrm>
            <a:off x="1000125" y="3400425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management</a:t>
            </a:r>
            <a:endParaRPr lang="en-US" sz="1000" dirty="0"/>
          </a:p>
        </p:txBody>
      </p:sp>
      <p:sp>
        <p:nvSpPr>
          <p:cNvPr id="14" name="Text 4"/>
          <p:cNvSpPr/>
          <p:nvPr/>
        </p:nvSpPr>
        <p:spPr>
          <a:xfrm>
            <a:off x="1000125" y="3695700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intake logging</a:t>
            </a:r>
            <a:endParaRPr lang="en-US" sz="10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5975" y="2057400"/>
            <a:ext cx="400050" cy="32385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233988" y="2638425"/>
            <a:ext cx="1724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Logging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4651325" y="3105150"/>
            <a:ext cx="2889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and reps</a:t>
            </a:r>
            <a:endParaRPr lang="en-US" sz="1000" dirty="0"/>
          </a:p>
        </p:txBody>
      </p:sp>
      <p:sp>
        <p:nvSpPr>
          <p:cNvPr id="18" name="Text 7"/>
          <p:cNvSpPr/>
          <p:nvPr/>
        </p:nvSpPr>
        <p:spPr>
          <a:xfrm>
            <a:off x="4651325" y="3400425"/>
            <a:ext cx="2889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progression</a:t>
            </a:r>
            <a:endParaRPr lang="en-US" sz="1000" dirty="0"/>
          </a:p>
        </p:txBody>
      </p:sp>
      <p:sp>
        <p:nvSpPr>
          <p:cNvPr id="19" name="Text 8"/>
          <p:cNvSpPr/>
          <p:nvPr/>
        </p:nvSpPr>
        <p:spPr>
          <a:xfrm>
            <a:off x="4651325" y="3695700"/>
            <a:ext cx="2889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tracking</a:t>
            </a:r>
            <a:endParaRPr lang="en-US" sz="10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2150" y="2057400"/>
            <a:ext cx="333375" cy="32385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532763" y="2638425"/>
            <a:ext cx="2428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Understanding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8302675" y="3105150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changed?</a:t>
            </a:r>
            <a:endParaRPr lang="en-US" sz="1000" dirty="0"/>
          </a:p>
        </p:txBody>
      </p:sp>
      <p:sp>
        <p:nvSpPr>
          <p:cNvPr id="23" name="Text 11"/>
          <p:cNvSpPr/>
          <p:nvPr/>
        </p:nvSpPr>
        <p:spPr>
          <a:xfrm>
            <a:off x="8302675" y="3400425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did it change?</a:t>
            </a:r>
            <a:endParaRPr lang="en-US" sz="1000" dirty="0"/>
          </a:p>
        </p:txBody>
      </p:sp>
      <p:sp>
        <p:nvSpPr>
          <p:cNvPr id="24" name="Text 12"/>
          <p:cNvSpPr/>
          <p:nvPr/>
        </p:nvSpPr>
        <p:spPr>
          <a:xfrm>
            <a:off x="8302675" y="3695700"/>
            <a:ext cx="288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the dots</a:t>
            </a:r>
            <a:endParaRPr lang="en-US" sz="1000" dirty="0"/>
          </a:p>
        </p:txBody>
      </p:sp>
      <p:sp>
        <p:nvSpPr>
          <p:cNvPr id="25" name="Text 13"/>
          <p:cNvSpPr/>
          <p:nvPr/>
        </p:nvSpPr>
        <p:spPr>
          <a:xfrm>
            <a:off x="990600" y="4876800"/>
            <a:ext cx="10248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 Points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5276850"/>
            <a:ext cx="161925" cy="161925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228725" y="5248275"/>
            <a:ext cx="2952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Re-entering body/goal info in different apps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5276850"/>
            <a:ext cx="171450" cy="161925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4708475" y="5248275"/>
            <a:ext cx="2990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weekly story across diet + training</a:t>
            </a:r>
            <a:endParaRPr lang="en-US" sz="10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4325" y="5276850"/>
            <a:ext cx="171450" cy="161925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8188226" y="5248275"/>
            <a:ext cx="30512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connect intake to performance and body change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5857875"/>
            <a:ext cx="10687050" cy="64770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762000" y="6010275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tracking reduces consistency and results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" y="1209675"/>
            <a:ext cx="2343150" cy="2419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209675"/>
            <a:ext cx="2352675" cy="2419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0275" y="2924175"/>
            <a:ext cx="2733675" cy="2800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3700" y="1981200"/>
            <a:ext cx="4695825" cy="12096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700" y="3390900"/>
            <a:ext cx="4695825" cy="14859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100" dirty="0"/>
          </a:p>
        </p:txBody>
      </p:sp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1514475"/>
            <a:ext cx="5638800" cy="382905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6375" y="1847850"/>
            <a:ext cx="285750" cy="32385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1033462" y="2257425"/>
            <a:ext cx="1171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Module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971550" y="2562225"/>
            <a:ext cx="129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+ Calorie Balance</a:t>
            </a:r>
            <a:endParaRPr lang="en-US" sz="800" dirty="0"/>
          </a:p>
        </p:txBody>
      </p:sp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2100" y="1800225"/>
            <a:ext cx="295275" cy="333375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4868168" y="2214563"/>
            <a:ext cx="1295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Workouts Module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4887218" y="2776538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+ Performance</a:t>
            </a:r>
            <a:endParaRPr lang="en-US" sz="8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9475" y="3705225"/>
            <a:ext cx="295275" cy="33337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729359" y="4119562"/>
            <a:ext cx="1676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Outcomes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2729359" y="4681538"/>
            <a:ext cx="167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Performance Narrative</a:t>
            </a:r>
            <a:endParaRPr lang="en-US" sz="800" dirty="0"/>
          </a:p>
        </p:txBody>
      </p:sp>
      <p:sp>
        <p:nvSpPr>
          <p:cNvPr id="21" name="Text 7"/>
          <p:cNvSpPr/>
          <p:nvPr/>
        </p:nvSpPr>
        <p:spPr>
          <a:xfrm>
            <a:off x="6973193" y="2150269"/>
            <a:ext cx="4266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Two-part structure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973193" y="2483644"/>
            <a:ext cx="42663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A: Diet Module (macros + calorie balance)</a:t>
            </a:r>
            <a:endParaRPr lang="en-US" sz="1000" dirty="0"/>
          </a:p>
        </p:txBody>
      </p:sp>
      <p:sp>
        <p:nvSpPr>
          <p:cNvPr id="23" name="Text 9"/>
          <p:cNvSpPr/>
          <p:nvPr/>
        </p:nvSpPr>
        <p:spPr>
          <a:xfrm>
            <a:off x="6973193" y="2755106"/>
            <a:ext cx="42663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B: Workouts Module (training volume + performance)</a:t>
            </a:r>
            <a:endParaRPr lang="en-US" sz="1000" dirty="0"/>
          </a:p>
        </p:txBody>
      </p:sp>
      <p:sp>
        <p:nvSpPr>
          <p:cNvPr id="24" name="Text 10"/>
          <p:cNvSpPr/>
          <p:nvPr/>
        </p:nvSpPr>
        <p:spPr>
          <a:xfrm>
            <a:off x="6973193" y="3559969"/>
            <a:ext cx="4266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weekly view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6973193" y="3893344"/>
            <a:ext cx="42663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ate (totals + breakdown)</a:t>
            </a:r>
            <a:endParaRPr lang="en-US" sz="1000" dirty="0"/>
          </a:p>
        </p:txBody>
      </p:sp>
      <p:sp>
        <p:nvSpPr>
          <p:cNvPr id="26" name="Text 12"/>
          <p:cNvSpPr/>
          <p:nvPr/>
        </p:nvSpPr>
        <p:spPr>
          <a:xfrm>
            <a:off x="6973193" y="4164806"/>
            <a:ext cx="42663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lifted (volume + bests)</a:t>
            </a:r>
            <a:endParaRPr lang="en-US" sz="1000" dirty="0"/>
          </a:p>
        </p:txBody>
      </p:sp>
      <p:sp>
        <p:nvSpPr>
          <p:cNvPr id="27" name="Text 13"/>
          <p:cNvSpPr/>
          <p:nvPr/>
        </p:nvSpPr>
        <p:spPr>
          <a:xfrm>
            <a:off x="6973193" y="4436269"/>
            <a:ext cx="42663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changed (kg gained/lost)</a:t>
            </a:r>
            <a:endParaRPr lang="en-US" sz="100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5743575"/>
            <a:ext cx="10687050" cy="64770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762000" y="5895975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drives the plan; Workouts prove the execution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09900"/>
            <a:ext cx="4610100" cy="2095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904875"/>
            <a:ext cx="4981575" cy="59531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3100" dirty="0"/>
          </a:p>
        </p:txBody>
      </p:sp>
      <p:sp>
        <p:nvSpPr>
          <p:cNvPr id="8" name="Text 1"/>
          <p:cNvSpPr/>
          <p:nvPr/>
        </p:nvSpPr>
        <p:spPr>
          <a:xfrm>
            <a:off x="1019175" y="3209925"/>
            <a:ext cx="41034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at a Glance</a:t>
            </a:r>
            <a:endParaRPr lang="en-US" sz="1400" dirty="0"/>
          </a:p>
        </p:txBody>
      </p:sp>
      <p:sp>
        <p:nvSpPr>
          <p:cNvPr id="9" name="Text 2"/>
          <p:cNvSpPr/>
          <p:nvPr/>
        </p:nvSpPr>
        <p:spPr>
          <a:xfrm>
            <a:off x="1238250" y="3629025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Today’s calorie needed vs. consumed</a:t>
            </a:r>
            <a:endParaRPr lang="en-US" sz="11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3648075"/>
            <a:ext cx="123825" cy="1524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285875" y="3952875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 snapshot (protein, carbs, fibre, fats)</a:t>
            </a:r>
            <a:endParaRPr lang="en-US" sz="11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971925"/>
            <a:ext cx="171450" cy="1524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304925" y="4276725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Workout status (planned vs. completed)</a:t>
            </a:r>
            <a:endParaRPr lang="en-US" sz="11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4295775"/>
            <a:ext cx="190500" cy="1524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47775" y="46005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access to weekly progress</a:t>
            </a:r>
            <a:endParaRPr lang="en-US" sz="11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4619625"/>
            <a:ext cx="133350" cy="15240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0" y="1485900"/>
            <a:ext cx="3819525" cy="516255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3575" y="1657350"/>
            <a:ext cx="1428750" cy="638175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9838432" y="1857375"/>
            <a:ext cx="866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BC6666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Live Tracking</a:t>
            </a:r>
            <a:endParaRPr lang="en-US" sz="9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5667375"/>
            <a:ext cx="1381125" cy="638175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47557" y="5867400"/>
            <a:ext cx="819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BC6666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1933575"/>
            <a:ext cx="3838575" cy="819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325" y="2095500"/>
            <a:ext cx="504825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5019675"/>
            <a:ext cx="3838575" cy="819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325" y="5181600"/>
            <a:ext cx="504825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9425" y="1895475"/>
            <a:ext cx="4610100" cy="2324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9425" y="4429125"/>
            <a:ext cx="4610100" cy="14478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Module — Inputs</a:t>
            </a:r>
            <a:endParaRPr lang="en-US" sz="3100" dirty="0"/>
          </a:p>
        </p:txBody>
      </p:sp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238375"/>
            <a:ext cx="200025" cy="20955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2515493" y="2214563"/>
            <a:ext cx="1657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+ Goal + Intake</a:t>
            </a:r>
            <a:endParaRPr lang="en-US" sz="1200" dirty="0"/>
          </a:p>
        </p:txBody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2981325"/>
            <a:ext cx="257175" cy="24765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3267075"/>
            <a:ext cx="4600575" cy="1238250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1648718" y="3695700"/>
            <a:ext cx="373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Engine</a:t>
            </a:r>
            <a:endParaRPr lang="en-US" sz="17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4543425"/>
            <a:ext cx="257175" cy="247650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5324475"/>
            <a:ext cx="219075" cy="20955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2515493" y="5300663"/>
            <a:ext cx="1695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Output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7097911" y="2095500"/>
            <a:ext cx="41034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collected once</a:t>
            </a:r>
            <a:endParaRPr lang="en-US" sz="1400" dirty="0"/>
          </a:p>
        </p:txBody>
      </p:sp>
      <p:sp>
        <p:nvSpPr>
          <p:cNvPr id="21" name="Text 5"/>
          <p:cNvSpPr/>
          <p:nvPr/>
        </p:nvSpPr>
        <p:spPr>
          <a:xfrm>
            <a:off x="7326511" y="25146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information: weight, height</a:t>
            </a:r>
            <a:endParaRPr lang="en-US" sz="11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2533650"/>
            <a:ext cx="142875" cy="15240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7326511" y="28384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Calories: needed vs. consumed</a:t>
            </a:r>
            <a:endParaRPr lang="en-US" sz="110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2857500"/>
            <a:ext cx="142875" cy="15240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326511" y="316230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selection: bulk, cut, maintain</a:t>
            </a:r>
            <a:endParaRPr lang="en-US" sz="1100" dirty="0"/>
          </a:p>
        </p:txBody>
      </p:sp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181350"/>
            <a:ext cx="142875" cy="15240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7326511" y="3486150"/>
            <a:ext cx="29432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Objective: lose weight, gain weight, body recomposition</a:t>
            </a:r>
            <a:endParaRPr lang="en-US" sz="110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619500"/>
            <a:ext cx="142875" cy="15240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7097911" y="4629150"/>
            <a:ext cx="41034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intent</a:t>
            </a:r>
            <a:endParaRPr lang="en-US" sz="1400" dirty="0"/>
          </a:p>
        </p:txBody>
      </p:sp>
      <p:sp>
        <p:nvSpPr>
          <p:cNvPr id="30" name="Text 10"/>
          <p:cNvSpPr/>
          <p:nvPr/>
        </p:nvSpPr>
        <p:spPr>
          <a:xfrm>
            <a:off x="7326511" y="504825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steps, clear goal states</a:t>
            </a:r>
            <a:endParaRPr lang="en-US" sz="110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600" y="5067300"/>
            <a:ext cx="142875" cy="15240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7345561" y="537210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logging optimized for speed</a:t>
            </a:r>
            <a:endParaRPr lang="en-US" sz="110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5391150"/>
            <a:ext cx="16192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1476375"/>
            <a:ext cx="9544050" cy="11144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875" y="1714500"/>
            <a:ext cx="628650" cy="638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2800350"/>
            <a:ext cx="9544050" cy="11144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875" y="3038475"/>
            <a:ext cx="628650" cy="6381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4124325"/>
            <a:ext cx="9544050" cy="11144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875" y="4362450"/>
            <a:ext cx="628650" cy="6381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Module — Outputs</a:t>
            </a:r>
            <a:endParaRPr lang="en-US" sz="3100" dirty="0"/>
          </a:p>
        </p:txBody>
      </p:sp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6900" y="1885950"/>
            <a:ext cx="228600" cy="295275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2667000" y="1724025"/>
            <a:ext cx="7877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breakdown in grams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2667000" y="2114550"/>
            <a:ext cx="787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targets for protein, carbs, fibre, and fats based on weight + goal.</a:t>
            </a:r>
            <a:endParaRPr lang="en-US" sz="1100" dirty="0"/>
          </a:p>
        </p:txBody>
      </p:sp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0225" y="3209925"/>
            <a:ext cx="361950" cy="295275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2667000" y="3048000"/>
            <a:ext cx="7877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Calorie surplus/deficit recommendation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2667000" y="3438525"/>
            <a:ext cx="787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adjustments for bulk/cut phases to ensure optimal metabolic response.</a:t>
            </a:r>
            <a:endParaRPr lang="en-US" sz="11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8325" y="4533900"/>
            <a:ext cx="285750" cy="29527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667000" y="4371975"/>
            <a:ext cx="7877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loss/gain targets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2667000" y="4762500"/>
            <a:ext cx="787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 aligned to your selected objective for steady, sustainable progress.</a:t>
            </a:r>
            <a:endParaRPr lang="en-US" sz="11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7950" y="5695950"/>
            <a:ext cx="6896100" cy="59055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3043238" y="5819775"/>
            <a:ext cx="6105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targets reduce guesswork and keep users on-plan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381125"/>
            <a:ext cx="4695825" cy="22764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819525"/>
            <a:ext cx="4695825" cy="1638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0725" y="1381125"/>
            <a:ext cx="5638800" cy="37528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Module — Weekly Tracking</a:t>
            </a:r>
            <a:endParaRPr lang="en-US" sz="3100" dirty="0"/>
          </a:p>
        </p:txBody>
      </p:sp>
      <p:sp>
        <p:nvSpPr>
          <p:cNvPr id="9" name="Text 1"/>
          <p:cNvSpPr/>
          <p:nvPr/>
        </p:nvSpPr>
        <p:spPr>
          <a:xfrm>
            <a:off x="1028700" y="1619250"/>
            <a:ext cx="41805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tracking captured automatically</a:t>
            </a:r>
            <a:endParaRPr lang="en-US" sz="1400" dirty="0"/>
          </a:p>
        </p:txBody>
      </p:sp>
      <p:sp>
        <p:nvSpPr>
          <p:cNvPr id="10" name="Text 2"/>
          <p:cNvSpPr/>
          <p:nvPr/>
        </p:nvSpPr>
        <p:spPr>
          <a:xfrm>
            <a:off x="1333500" y="2362200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calories consumed</a:t>
            </a:r>
            <a:endParaRPr lang="en-US" sz="12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381250"/>
            <a:ext cx="209550" cy="161925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333500" y="2719388"/>
            <a:ext cx="2276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protein, carbs, fibre, fats</a:t>
            </a:r>
            <a:endParaRPr lang="en-US" sz="12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175" y="2743200"/>
            <a:ext cx="209550" cy="16192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333500" y="3076575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Kilograms gained or lost</a:t>
            </a:r>
            <a:endParaRPr lang="en-US" sz="12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175" y="3095625"/>
            <a:ext cx="209550" cy="161925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28700" y="4062412"/>
            <a:ext cx="41805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Visualizations supported</a:t>
            </a:r>
            <a:endParaRPr lang="en-US" sz="1400" dirty="0"/>
          </a:p>
        </p:txBody>
      </p:sp>
      <p:sp>
        <p:nvSpPr>
          <p:cNvPr id="17" name="Text 6"/>
          <p:cNvSpPr/>
          <p:nvPr/>
        </p:nvSpPr>
        <p:spPr>
          <a:xfrm>
            <a:off x="1333500" y="4519613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 charts for daily consumption</a:t>
            </a:r>
            <a:endParaRPr lang="en-US" sz="12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175" y="4543425"/>
            <a:ext cx="209550" cy="161925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333500" y="4876800"/>
            <a:ext cx="2505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 charts for weekly breakdown</a:t>
            </a:r>
            <a:endParaRPr lang="en-US" sz="12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175" y="4895850"/>
            <a:ext cx="209550" cy="161925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200150"/>
            <a:ext cx="4600575" cy="382905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0475" y="4581525"/>
            <a:ext cx="876300" cy="35242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7781479" y="4648200"/>
            <a:ext cx="542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Pie</a:t>
            </a:r>
            <a:endParaRPr lang="en-US" sz="90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01075" y="4581525"/>
            <a:ext cx="1028700" cy="352425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8772079" y="4648200"/>
            <a:ext cx="69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Pie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476375"/>
            <a:ext cx="523875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1714500"/>
            <a:ext cx="552450" cy="55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5450" y="1866900"/>
            <a:ext cx="247650" cy="247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1476375"/>
            <a:ext cx="5238750" cy="1028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714500"/>
            <a:ext cx="552450" cy="552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0" y="1866900"/>
            <a:ext cx="247650" cy="2476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14625"/>
            <a:ext cx="523875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952750"/>
            <a:ext cx="552450" cy="552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5450" y="3105150"/>
            <a:ext cx="247650" cy="2476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2714625"/>
            <a:ext cx="5238750" cy="1028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952750"/>
            <a:ext cx="552450" cy="552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0" y="3105150"/>
            <a:ext cx="247650" cy="2476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343525"/>
            <a:ext cx="10687050" cy="6667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Workouts Module — Inputs</a:t>
            </a:r>
            <a:endParaRPr lang="en-US" sz="3100" dirty="0"/>
          </a:p>
        </p:txBody>
      </p:sp>
      <p:pic>
        <p:nvPicPr>
          <p:cNvPr id="19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1866900"/>
            <a:ext cx="247650" cy="24765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1724025" y="1847850"/>
            <a:ext cx="3152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workouts with custom names</a:t>
            </a:r>
            <a:endParaRPr lang="en-US" sz="1400" dirty="0"/>
          </a:p>
        </p:txBody>
      </p:sp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3075" y="1905000"/>
            <a:ext cx="152400" cy="17145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1866900"/>
            <a:ext cx="285750" cy="247650"/>
          </a:xfrm>
          <a:prstGeom prst="rect">
            <a:avLst/>
          </a:prstGeom>
        </p:spPr>
      </p:pic>
      <p:sp>
        <p:nvSpPr>
          <p:cNvPr id="23" name="Text 2"/>
          <p:cNvSpPr/>
          <p:nvPr/>
        </p:nvSpPr>
        <p:spPr>
          <a:xfrm>
            <a:off x="7172325" y="1847850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number of sets</a:t>
            </a:r>
            <a:endParaRPr lang="en-US" sz="1400" dirty="0"/>
          </a:p>
        </p:txBody>
      </p:sp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1375" y="1905000"/>
            <a:ext cx="152400" cy="171450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3950" y="3105150"/>
            <a:ext cx="285750" cy="247650"/>
          </a:xfrm>
          <a:prstGeom prst="rect">
            <a:avLst/>
          </a:prstGeom>
        </p:spPr>
      </p:pic>
      <p:sp>
        <p:nvSpPr>
          <p:cNvPr id="26" name="Text 3"/>
          <p:cNvSpPr/>
          <p:nvPr/>
        </p:nvSpPr>
        <p:spPr>
          <a:xfrm>
            <a:off x="1724025" y="3086100"/>
            <a:ext cx="2657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entry for reps per set</a:t>
            </a:r>
            <a:endParaRPr lang="en-US" sz="1400" dirty="0"/>
          </a:p>
        </p:txBody>
      </p:sp>
      <p:pic>
        <p:nvPicPr>
          <p:cNvPr id="27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3075" y="3143250"/>
            <a:ext cx="152400" cy="171450"/>
          </a:xfrm>
          <a:prstGeom prst="rect">
            <a:avLst/>
          </a:prstGeom>
        </p:spPr>
      </p:pic>
      <p:pic>
        <p:nvPicPr>
          <p:cNvPr id="28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0825" y="3105150"/>
            <a:ext cx="228600" cy="247650"/>
          </a:xfrm>
          <a:prstGeom prst="rect">
            <a:avLst/>
          </a:prstGeom>
        </p:spPr>
      </p:pic>
      <p:sp>
        <p:nvSpPr>
          <p:cNvPr id="29" name="Text 4"/>
          <p:cNvSpPr/>
          <p:nvPr/>
        </p:nvSpPr>
        <p:spPr>
          <a:xfrm>
            <a:off x="7172325" y="3086100"/>
            <a:ext cx="2619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Checkbox for set completion</a:t>
            </a:r>
            <a:endParaRPr lang="en-US" sz="1400" dirty="0"/>
          </a:p>
        </p:txBody>
      </p:sp>
      <p:pic>
        <p:nvPicPr>
          <p:cNvPr id="30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1375" y="3143250"/>
            <a:ext cx="152400" cy="171450"/>
          </a:xfrm>
          <a:prstGeom prst="rect">
            <a:avLst/>
          </a:prstGeom>
        </p:spPr>
      </p:pic>
      <p:sp>
        <p:nvSpPr>
          <p:cNvPr id="31" name="Text 5"/>
          <p:cNvSpPr/>
          <p:nvPr/>
        </p:nvSpPr>
        <p:spPr>
          <a:xfrm>
            <a:off x="762000" y="5600700"/>
            <a:ext cx="1066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enough for any program; structured enough for tracking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476375"/>
            <a:ext cx="339090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1476375"/>
            <a:ext cx="339090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1476375"/>
            <a:ext cx="3390900" cy="18288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Workouts Module — Outputs</a:t>
            </a:r>
            <a:endParaRPr lang="en-US" sz="3100" dirty="0"/>
          </a:p>
        </p:txBody>
      </p:sp>
      <p:sp>
        <p:nvSpPr>
          <p:cNvPr id="9" name="Text 1"/>
          <p:cNvSpPr/>
          <p:nvPr/>
        </p:nvSpPr>
        <p:spPr>
          <a:xfrm>
            <a:off x="1000125" y="1800225"/>
            <a:ext cx="288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volume of the day</a:t>
            </a:r>
            <a:endParaRPr lang="en-US" sz="1400" dirty="0"/>
          </a:p>
        </p:txBody>
      </p:sp>
      <p:sp>
        <p:nvSpPr>
          <p:cNvPr id="10" name="Text 2"/>
          <p:cNvSpPr/>
          <p:nvPr/>
        </p:nvSpPr>
        <p:spPr>
          <a:xfrm>
            <a:off x="1000125" y="2524125"/>
            <a:ext cx="288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outputs derived from logged sets/reps/weights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4651325" y="1800225"/>
            <a:ext cx="288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weight lifted in the week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4651325" y="2524125"/>
            <a:ext cx="288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peak strength milestones across all exercises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8302526" y="1800225"/>
            <a:ext cx="28893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volume lifted in the week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8302526" y="2524125"/>
            <a:ext cx="2889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workload to measure progressive overload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010150"/>
            <a:ext cx="10687050" cy="3619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14400" y="5019675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review helps users:</a:t>
            </a:r>
            <a:endParaRPr lang="en-US" sz="17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5600700"/>
            <a:ext cx="152400" cy="16192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200150" y="5553075"/>
            <a:ext cx="1133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 progress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5100" y="5600700"/>
            <a:ext cx="152400" cy="16192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2962275" y="5553075"/>
            <a:ext cx="2305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weak days/exercises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476375"/>
            <a:ext cx="5829300" cy="704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1628775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352675"/>
            <a:ext cx="5829300" cy="7048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505075"/>
            <a:ext cx="400050" cy="400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28975"/>
            <a:ext cx="5829300" cy="7048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3381375"/>
            <a:ext cx="400050" cy="400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486275"/>
            <a:ext cx="5829300" cy="1457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100" y="1000125"/>
            <a:ext cx="4781550" cy="4972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1875" y="1485900"/>
            <a:ext cx="3810000" cy="38100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Workouts Module — Flow Features</a:t>
            </a:r>
            <a:endParaRPr lang="en-US" sz="3100" dirty="0"/>
          </a:p>
        </p:txBody>
      </p:sp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" y="1724025"/>
            <a:ext cx="209550" cy="2095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524000" y="1685925"/>
            <a:ext cx="3876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Redo workouts (repeat a previous session)</a:t>
            </a:r>
            <a:endParaRPr lang="en-US" sz="1400" dirty="0"/>
          </a:p>
        </p:txBody>
      </p:sp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2600325"/>
            <a:ext cx="190500" cy="20955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524000" y="2562225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Timer: start, pause, resume, end</a:t>
            </a:r>
            <a:endParaRPr lang="en-US" sz="1400" dirty="0"/>
          </a:p>
        </p:txBody>
      </p:sp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225" y="3476625"/>
            <a:ext cx="209550" cy="209550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1524000" y="3438525"/>
            <a:ext cx="2428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workout time display</a:t>
            </a:r>
            <a:endParaRPr lang="en-US" sz="1400" dirty="0"/>
          </a:p>
        </p:txBody>
      </p:sp>
      <p:sp>
        <p:nvSpPr>
          <p:cNvPr id="21" name="Text 4"/>
          <p:cNvSpPr/>
          <p:nvPr/>
        </p:nvSpPr>
        <p:spPr>
          <a:xfrm>
            <a:off x="1000125" y="4733925"/>
            <a:ext cx="5334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00125" y="5105400"/>
            <a:ext cx="5334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consistent sessions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24865" y="5105400"/>
            <a:ext cx="1371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824865" y="5438775"/>
            <a:ext cx="1371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1000125" y="5438775"/>
            <a:ext cx="5334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app switching</a:t>
            </a:r>
            <a:endParaRPr lang="en-US" sz="120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1875" y="1485900"/>
            <a:ext cx="3810000" cy="382905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7581900" y="4895850"/>
            <a:ext cx="3409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INTERFACE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190750"/>
            <a:ext cx="5353050" cy="10763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1162050"/>
            <a:ext cx="5543550" cy="56959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0" y="1647825"/>
            <a:ext cx="4572000" cy="4572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Targeting Visualization</a:t>
            </a:r>
            <a:endParaRPr lang="en-US" sz="3100" dirty="0"/>
          </a:p>
        </p:txBody>
      </p:sp>
      <p:sp>
        <p:nvSpPr>
          <p:cNvPr id="9" name="Text 1"/>
          <p:cNvSpPr/>
          <p:nvPr/>
        </p:nvSpPr>
        <p:spPr>
          <a:xfrm>
            <a:off x="1028700" y="2435572"/>
            <a:ext cx="483870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shows which muscle parts are affected by workouts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762000" y="3536603"/>
            <a:ext cx="5334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muscle groups for breakdown:</a:t>
            </a:r>
            <a:endParaRPr lang="en-US" sz="12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019550"/>
            <a:ext cx="2628900" cy="4953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133475" y="4155728"/>
            <a:ext cx="400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</a:t>
            </a:r>
            <a:endParaRPr lang="en-US" sz="12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191000"/>
            <a:ext cx="133350" cy="142875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4019550"/>
            <a:ext cx="2628900" cy="4953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3857625" y="4155728"/>
            <a:ext cx="38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Legs</a:t>
            </a:r>
            <a:endParaRPr lang="en-US" sz="12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4191000"/>
            <a:ext cx="133350" cy="14287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600575"/>
            <a:ext cx="2628900" cy="49530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33475" y="4736753"/>
            <a:ext cx="533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Biceps</a:t>
            </a:r>
            <a:endParaRPr lang="en-US" sz="12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772025"/>
            <a:ext cx="133350" cy="142875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4600575"/>
            <a:ext cx="2628900" cy="49530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3857625" y="4736753"/>
            <a:ext cx="581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Triceps</a:t>
            </a:r>
            <a:endParaRPr lang="en-US" sz="120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4772025"/>
            <a:ext cx="133350" cy="142875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181600"/>
            <a:ext cx="2628900" cy="49530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133475" y="5317778"/>
            <a:ext cx="466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Chest</a:t>
            </a:r>
            <a:endParaRPr lang="en-US" sz="12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353050"/>
            <a:ext cx="133350" cy="142875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5181600"/>
            <a:ext cx="2628900" cy="49530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3857625" y="5317778"/>
            <a:ext cx="809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Shoulders</a:t>
            </a:r>
            <a:endParaRPr lang="en-US" sz="120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5353050"/>
            <a:ext cx="133350" cy="142875"/>
          </a:xfrm>
          <a:prstGeom prst="rect">
            <a:avLst/>
          </a:prstGeom>
        </p:spPr>
      </p:pic>
      <p:pic>
        <p:nvPicPr>
          <p:cNvPr id="29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0" y="1647825"/>
            <a:ext cx="4572000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7475"/>
            <a:ext cx="12192000" cy="4200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381125"/>
            <a:ext cx="5162550" cy="1371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924175"/>
            <a:ext cx="516255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076700"/>
            <a:ext cx="516255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1381125"/>
            <a:ext cx="5162550" cy="990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2533650"/>
            <a:ext cx="516255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3695700"/>
            <a:ext cx="5162550" cy="9906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Breakdown Detail</a:t>
            </a:r>
            <a:endParaRPr lang="en-US" sz="3100" dirty="0"/>
          </a:p>
        </p:txBody>
      </p:sp>
      <p:sp>
        <p:nvSpPr>
          <p:cNvPr id="12" name="Text 1"/>
          <p:cNvSpPr/>
          <p:nvPr/>
        </p:nvSpPr>
        <p:spPr>
          <a:xfrm>
            <a:off x="1176338" y="1552575"/>
            <a:ext cx="561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200" dirty="0"/>
          </a:p>
        </p:txBody>
      </p:sp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1590675"/>
            <a:ext cx="123825" cy="16192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" y="1885950"/>
            <a:ext cx="1019175" cy="333375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1095375" y="1933575"/>
            <a:ext cx="7715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back</a:t>
            </a:r>
            <a:endParaRPr lang="en-US" sz="100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7875" y="1885950"/>
            <a:ext cx="1028700" cy="333375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2171700" y="1933575"/>
            <a:ext cx="7810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back</a:t>
            </a:r>
            <a:endParaRPr lang="en-US" sz="10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3725" y="1885950"/>
            <a:ext cx="1095375" cy="33337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3257550" y="1933575"/>
            <a:ext cx="8477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back</a:t>
            </a:r>
            <a:endParaRPr lang="en-US" sz="1000" dirty="0"/>
          </a:p>
        </p:txBody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1885950"/>
            <a:ext cx="942975" cy="333375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4410075" y="1933575"/>
            <a:ext cx="6953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lats</a:t>
            </a:r>
            <a:endParaRPr lang="en-US" sz="10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550" y="2266950"/>
            <a:ext cx="933450" cy="33337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1095375" y="2319338"/>
            <a:ext cx="68580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lats</a:t>
            </a:r>
            <a:endParaRPr lang="en-US" sz="100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62150" y="2266950"/>
            <a:ext cx="609600" cy="333375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2085975" y="2319338"/>
            <a:ext cx="3619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traps</a:t>
            </a:r>
            <a:endParaRPr lang="en-US" sz="1000" dirty="0"/>
          </a:p>
        </p:txBody>
      </p:sp>
      <p:sp>
        <p:nvSpPr>
          <p:cNvPr id="26" name="Text 8"/>
          <p:cNvSpPr/>
          <p:nvPr/>
        </p:nvSpPr>
        <p:spPr>
          <a:xfrm>
            <a:off x="1204913" y="3095625"/>
            <a:ext cx="523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Legs</a:t>
            </a:r>
            <a:endParaRPr lang="en-US" sz="120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550" y="3133725"/>
            <a:ext cx="152400" cy="161925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1550" y="3429000"/>
            <a:ext cx="676275" cy="333375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095375" y="3476625"/>
            <a:ext cx="4286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quads</a:t>
            </a:r>
            <a:endParaRPr lang="en-US" sz="1000" dirty="0"/>
          </a:p>
        </p:txBody>
      </p:sp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4975" y="3429000"/>
            <a:ext cx="1019175" cy="333375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1828800" y="3476625"/>
            <a:ext cx="7715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hamstrings</a:t>
            </a:r>
            <a:endParaRPr lang="en-US" sz="1000" dirty="0"/>
          </a:p>
        </p:txBody>
      </p:sp>
      <p:pic>
        <p:nvPicPr>
          <p:cNvPr id="32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81300" y="3429000"/>
            <a:ext cx="695325" cy="333375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2905125" y="3476625"/>
            <a:ext cx="44767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calves</a:t>
            </a:r>
            <a:endParaRPr lang="en-US" sz="1000" dirty="0"/>
          </a:p>
        </p:txBody>
      </p:sp>
      <p:sp>
        <p:nvSpPr>
          <p:cNvPr id="34" name="Text 12"/>
          <p:cNvSpPr/>
          <p:nvPr/>
        </p:nvSpPr>
        <p:spPr>
          <a:xfrm>
            <a:off x="1204913" y="4252913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Biceps</a:t>
            </a:r>
            <a:endParaRPr lang="en-US" sz="120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550" y="4295775"/>
            <a:ext cx="152400" cy="152400"/>
          </a:xfrm>
          <a:prstGeom prst="rect">
            <a:avLst/>
          </a:prstGeom>
        </p:spPr>
      </p:pic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1550" y="4581525"/>
            <a:ext cx="942975" cy="333375"/>
          </a:xfrm>
          <a:prstGeom prst="rect">
            <a:avLst/>
          </a:prstGeom>
        </p:spPr>
      </p:pic>
      <p:sp>
        <p:nvSpPr>
          <p:cNvPr id="37" name="Text 13"/>
          <p:cNvSpPr/>
          <p:nvPr/>
        </p:nvSpPr>
        <p:spPr>
          <a:xfrm>
            <a:off x="1095375" y="4633913"/>
            <a:ext cx="6953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head</a:t>
            </a:r>
            <a:endParaRPr lang="en-US" sz="10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1675" y="4581525"/>
            <a:ext cx="990600" cy="333375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2095500" y="4633913"/>
            <a:ext cx="7429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head</a:t>
            </a:r>
            <a:endParaRPr lang="en-US" sz="1000" dirty="0"/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19425" y="4581525"/>
            <a:ext cx="923925" cy="333375"/>
          </a:xfrm>
          <a:prstGeom prst="rect">
            <a:avLst/>
          </a:prstGeom>
        </p:spPr>
      </p:pic>
      <p:sp>
        <p:nvSpPr>
          <p:cNvPr id="41" name="Text 15"/>
          <p:cNvSpPr/>
          <p:nvPr/>
        </p:nvSpPr>
        <p:spPr>
          <a:xfrm>
            <a:off x="3143250" y="4633913"/>
            <a:ext cx="67627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brachialis</a:t>
            </a:r>
            <a:endParaRPr lang="en-US" sz="1000" dirty="0"/>
          </a:p>
        </p:txBody>
      </p:sp>
      <p:sp>
        <p:nvSpPr>
          <p:cNvPr id="42" name="Text 16"/>
          <p:cNvSpPr/>
          <p:nvPr/>
        </p:nvSpPr>
        <p:spPr>
          <a:xfrm>
            <a:off x="6729413" y="1552575"/>
            <a:ext cx="881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Triceps</a:t>
            </a:r>
            <a:endParaRPr lang="en-US" sz="1200" dirty="0"/>
          </a:p>
        </p:txBody>
      </p:sp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96050" y="1590675"/>
            <a:ext cx="152400" cy="161925"/>
          </a:xfrm>
          <a:prstGeom prst="rect">
            <a:avLst/>
          </a:prstGeom>
        </p:spPr>
      </p:pic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1885950"/>
            <a:ext cx="942975" cy="333375"/>
          </a:xfrm>
          <a:prstGeom prst="rect">
            <a:avLst/>
          </a:prstGeom>
        </p:spPr>
      </p:pic>
      <p:sp>
        <p:nvSpPr>
          <p:cNvPr id="45" name="Text 17"/>
          <p:cNvSpPr/>
          <p:nvPr/>
        </p:nvSpPr>
        <p:spPr>
          <a:xfrm>
            <a:off x="6619875" y="1933575"/>
            <a:ext cx="6953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head</a:t>
            </a:r>
            <a:endParaRPr lang="en-US" sz="1000" dirty="0"/>
          </a:p>
        </p:txBody>
      </p:sp>
      <p:pic>
        <p:nvPicPr>
          <p:cNvPr id="46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96175" y="1885950"/>
            <a:ext cx="1114425" cy="333375"/>
          </a:xfrm>
          <a:prstGeom prst="rect">
            <a:avLst/>
          </a:prstGeom>
        </p:spPr>
      </p:pic>
      <p:sp>
        <p:nvSpPr>
          <p:cNvPr id="47" name="Text 18"/>
          <p:cNvSpPr/>
          <p:nvPr/>
        </p:nvSpPr>
        <p:spPr>
          <a:xfrm>
            <a:off x="7620000" y="1933575"/>
            <a:ext cx="86677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medial head</a:t>
            </a:r>
            <a:endParaRPr lang="en-US" sz="1000" dirty="0"/>
          </a:p>
        </p:txBody>
      </p:sp>
      <p:pic>
        <p:nvPicPr>
          <p:cNvPr id="48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67750" y="1885950"/>
            <a:ext cx="1085850" cy="333375"/>
          </a:xfrm>
          <a:prstGeom prst="rect">
            <a:avLst/>
          </a:prstGeom>
        </p:spPr>
      </p:pic>
      <p:sp>
        <p:nvSpPr>
          <p:cNvPr id="49" name="Text 19"/>
          <p:cNvSpPr/>
          <p:nvPr/>
        </p:nvSpPr>
        <p:spPr>
          <a:xfrm>
            <a:off x="8791575" y="1933575"/>
            <a:ext cx="83820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lateral head</a:t>
            </a:r>
            <a:endParaRPr lang="en-US" sz="1000" dirty="0"/>
          </a:p>
        </p:txBody>
      </p:sp>
      <p:sp>
        <p:nvSpPr>
          <p:cNvPr id="50" name="Text 20"/>
          <p:cNvSpPr/>
          <p:nvPr/>
        </p:nvSpPr>
        <p:spPr>
          <a:xfrm>
            <a:off x="6748463" y="2709863"/>
            <a:ext cx="690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</a:t>
            </a:r>
            <a:endParaRPr lang="en-US" sz="1200" dirty="0"/>
          </a:p>
        </p:txBody>
      </p:sp>
      <p:pic>
        <p:nvPicPr>
          <p:cNvPr id="51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96050" y="2752725"/>
            <a:ext cx="171450" cy="152400"/>
          </a:xfrm>
          <a:prstGeom prst="rect">
            <a:avLst/>
          </a:prstGeom>
        </p:spPr>
      </p:pic>
      <p:pic>
        <p:nvPicPr>
          <p:cNvPr id="52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96050" y="3038475"/>
            <a:ext cx="1066800" cy="333375"/>
          </a:xfrm>
          <a:prstGeom prst="rect">
            <a:avLst/>
          </a:prstGeom>
        </p:spPr>
      </p:pic>
      <p:sp>
        <p:nvSpPr>
          <p:cNvPr id="53" name="Text 21"/>
          <p:cNvSpPr/>
          <p:nvPr/>
        </p:nvSpPr>
        <p:spPr>
          <a:xfrm>
            <a:off x="6619875" y="3090863"/>
            <a:ext cx="8191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chest</a:t>
            </a:r>
            <a:endParaRPr lang="en-US" sz="1000" dirty="0"/>
          </a:p>
        </p:txBody>
      </p:sp>
      <p:pic>
        <p:nvPicPr>
          <p:cNvPr id="54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0" y="3038475"/>
            <a:ext cx="1133475" cy="333375"/>
          </a:xfrm>
          <a:prstGeom prst="rect">
            <a:avLst/>
          </a:prstGeom>
        </p:spPr>
      </p:pic>
      <p:sp>
        <p:nvSpPr>
          <p:cNvPr id="55" name="Text 22"/>
          <p:cNvSpPr/>
          <p:nvPr/>
        </p:nvSpPr>
        <p:spPr>
          <a:xfrm>
            <a:off x="7743825" y="3090863"/>
            <a:ext cx="8858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chest</a:t>
            </a:r>
            <a:endParaRPr lang="en-US" sz="1000" dirty="0"/>
          </a:p>
        </p:txBody>
      </p:sp>
      <p:pic>
        <p:nvPicPr>
          <p:cNvPr id="56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10625" y="3038475"/>
            <a:ext cx="1057275" cy="333375"/>
          </a:xfrm>
          <a:prstGeom prst="rect">
            <a:avLst/>
          </a:prstGeom>
        </p:spPr>
      </p:pic>
      <p:sp>
        <p:nvSpPr>
          <p:cNvPr id="57" name="Text 23"/>
          <p:cNvSpPr/>
          <p:nvPr/>
        </p:nvSpPr>
        <p:spPr>
          <a:xfrm>
            <a:off x="8934450" y="3090863"/>
            <a:ext cx="8096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chest</a:t>
            </a:r>
            <a:endParaRPr lang="en-US" sz="1000" dirty="0"/>
          </a:p>
        </p:txBody>
      </p:sp>
      <p:sp>
        <p:nvSpPr>
          <p:cNvPr id="58" name="Text 24"/>
          <p:cNvSpPr/>
          <p:nvPr/>
        </p:nvSpPr>
        <p:spPr>
          <a:xfrm>
            <a:off x="6748463" y="3867150"/>
            <a:ext cx="12811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Shoulders</a:t>
            </a:r>
            <a:endParaRPr lang="en-US" sz="1200" dirty="0"/>
          </a:p>
        </p:txBody>
      </p:sp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96050" y="3905250"/>
            <a:ext cx="171450" cy="161925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96050" y="4200525"/>
            <a:ext cx="952500" cy="333375"/>
          </a:xfrm>
          <a:prstGeom prst="rect">
            <a:avLst/>
          </a:prstGeom>
        </p:spPr>
      </p:pic>
      <p:sp>
        <p:nvSpPr>
          <p:cNvPr id="61" name="Text 25"/>
          <p:cNvSpPr/>
          <p:nvPr/>
        </p:nvSpPr>
        <p:spPr>
          <a:xfrm>
            <a:off x="6619875" y="4248150"/>
            <a:ext cx="7048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delts</a:t>
            </a:r>
            <a:endParaRPr lang="en-US" sz="1000" dirty="0"/>
          </a:p>
        </p:txBody>
      </p:sp>
      <p:pic>
        <p:nvPicPr>
          <p:cNvPr id="62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05700" y="4200525"/>
            <a:ext cx="1066800" cy="333375"/>
          </a:xfrm>
          <a:prstGeom prst="rect">
            <a:avLst/>
          </a:prstGeom>
        </p:spPr>
      </p:pic>
      <p:sp>
        <p:nvSpPr>
          <p:cNvPr id="63" name="Text 26"/>
          <p:cNvSpPr/>
          <p:nvPr/>
        </p:nvSpPr>
        <p:spPr>
          <a:xfrm>
            <a:off x="7629525" y="4248150"/>
            <a:ext cx="8191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lateral delts</a:t>
            </a:r>
            <a:endParaRPr lang="en-US" sz="1000" dirty="0"/>
          </a:p>
        </p:txBody>
      </p:sp>
      <p:pic>
        <p:nvPicPr>
          <p:cNvPr id="64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29650" y="4200525"/>
            <a:ext cx="914400" cy="333375"/>
          </a:xfrm>
          <a:prstGeom prst="rect">
            <a:avLst/>
          </a:prstGeom>
        </p:spPr>
      </p:pic>
      <p:sp>
        <p:nvSpPr>
          <p:cNvPr id="65" name="Text 27"/>
          <p:cNvSpPr/>
          <p:nvPr/>
        </p:nvSpPr>
        <p:spPr>
          <a:xfrm>
            <a:off x="8753475" y="4248150"/>
            <a:ext cx="6667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rear delts</a:t>
            </a:r>
            <a:endParaRPr lang="en-US" sz="1000" dirty="0"/>
          </a:p>
        </p:txBody>
      </p:sp>
      <p:pic>
        <p:nvPicPr>
          <p:cNvPr id="66" name="Image 3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391400" y="5810250"/>
            <a:ext cx="4048125" cy="295275"/>
          </a:xfrm>
          <a:prstGeom prst="rect">
            <a:avLst/>
          </a:prstGeom>
        </p:spPr>
      </p:pic>
      <p:sp>
        <p:nvSpPr>
          <p:cNvPr id="67" name="Text 28"/>
          <p:cNvSpPr/>
          <p:nvPr/>
        </p:nvSpPr>
        <p:spPr>
          <a:xfrm>
            <a:off x="7400925" y="5915025"/>
            <a:ext cx="4029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Coaching Layer | Muscle Targeting Data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847850"/>
            <a:ext cx="5534025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305425"/>
            <a:ext cx="5534025" cy="1085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5425" y="3162300"/>
            <a:ext cx="47625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5425" y="4295775"/>
            <a:ext cx="47625" cy="4095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47625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3100" dirty="0"/>
          </a:p>
        </p:txBody>
      </p:sp>
      <p:sp>
        <p:nvSpPr>
          <p:cNvPr id="10" name="Text 1"/>
          <p:cNvSpPr/>
          <p:nvPr/>
        </p:nvSpPr>
        <p:spPr>
          <a:xfrm>
            <a:off x="762000" y="1485900"/>
            <a:ext cx="5507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single-focus apps</a:t>
            </a:r>
            <a:endParaRPr lang="en-US" sz="11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105025"/>
            <a:ext cx="152400" cy="16192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238250" y="2057400"/>
            <a:ext cx="328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Nutrition-only apps miss training context</a:t>
            </a:r>
            <a:endParaRPr lang="en-US" sz="12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457450"/>
            <a:ext cx="152400" cy="161925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238250" y="2409825"/>
            <a:ext cx="3133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Workout-only apps miss intake context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762000" y="3152775"/>
            <a:ext cx="5507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 is the dual-loop</a:t>
            </a:r>
            <a:endParaRPr lang="en-US" sz="11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571875"/>
            <a:ext cx="190500" cy="20955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076325" y="3524250"/>
            <a:ext cx="2238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targets guide intake</a:t>
            </a:r>
            <a:endParaRPr lang="en-US" sz="14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971925"/>
            <a:ext cx="190500" cy="20955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076325" y="3924300"/>
            <a:ext cx="382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Workout performance validates execution</a:t>
            </a:r>
            <a:endParaRPr lang="en-US" sz="14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371975"/>
            <a:ext cx="190500" cy="20955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076325" y="4324350"/>
            <a:ext cx="3990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outcomes connect actions to results</a:t>
            </a:r>
            <a:endParaRPr lang="en-US" sz="1400" dirty="0"/>
          </a:p>
        </p:txBody>
      </p:sp>
      <p:sp>
        <p:nvSpPr>
          <p:cNvPr id="22" name="Text 8"/>
          <p:cNvSpPr/>
          <p:nvPr/>
        </p:nvSpPr>
        <p:spPr>
          <a:xfrm>
            <a:off x="990600" y="5505450"/>
            <a:ext cx="5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that links targets → actions → outcomes</a:t>
            </a:r>
            <a:endParaRPr lang="en-US" sz="17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1950" y="2495550"/>
            <a:ext cx="2314575" cy="600075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135243" y="2647950"/>
            <a:ext cx="2000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TARGETS</a:t>
            </a:r>
            <a:endParaRPr lang="en-US" sz="12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1950" y="3629025"/>
            <a:ext cx="2314575" cy="60960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8135243" y="3786188"/>
            <a:ext cx="2000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ACTIONS</a:t>
            </a:r>
            <a:endParaRPr lang="en-US" sz="12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1950" y="4772025"/>
            <a:ext cx="2314575" cy="600075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8135243" y="4924425"/>
            <a:ext cx="2000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OUTCOMES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490788" y="1982286"/>
            <a:ext cx="7210425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7" name="Text 1"/>
          <p:cNvSpPr/>
          <p:nvPr/>
        </p:nvSpPr>
        <p:spPr>
          <a:xfrm>
            <a:off x="1824038" y="3209925"/>
            <a:ext cx="8543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Seeking investor partners to build the Diet + Workouts system</a:t>
            </a:r>
            <a:endParaRPr lang="en-US" sz="1900" dirty="0"/>
          </a:p>
        </p:txBody>
      </p:sp>
      <p:sp>
        <p:nvSpPr>
          <p:cNvPr id="8" name="Text 2"/>
          <p:cNvSpPr/>
          <p:nvPr/>
        </p:nvSpPr>
        <p:spPr>
          <a:xfrm>
            <a:off x="4460081" y="418147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3695700" y="4486275"/>
            <a:ext cx="21764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7369969" y="418147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634163" y="4486275"/>
            <a:ext cx="18621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682</Words>
  <Application>Microsoft Office PowerPoint</Application>
  <PresentationFormat>Widescreen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dell</cp:lastModifiedBy>
  <cp:revision>3</cp:revision>
  <dcterms:created xsi:type="dcterms:W3CDTF">2026-05-12T14:07:44Z</dcterms:created>
  <dcterms:modified xsi:type="dcterms:W3CDTF">2026-05-12T14:14:45Z</dcterms:modified>
</cp:coreProperties>
</file>